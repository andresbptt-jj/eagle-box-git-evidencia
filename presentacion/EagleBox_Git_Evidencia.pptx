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Saludo: soy Jaime Andrés Bejarano Pautt, aprendiz de ADSO, ficha 3336142. Presento la evidencia GA7-220501096-AA1-EV05 aplicada al proyecto Eagle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contexto, flujo de Git, arquitectura, los tres pasos en terminal, verificación en GitHub, buenas prácticas y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del proyecto Eagle Box y por qué un equipo necesita control de versiones.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evidencia: verificación, init + remoto, push inicial, archivo + commit + push final y comprobación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trabaja en tres zonas locales: Working Directory, Staging Area y repositorio local, más un remoto en GitHub. Add prepara, commit guarda, push sube, pull/fetch descarga.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referencia (propuesta) de Eagle Box: clientes, gateway, microservicios y datos; abajo, un repositorio Git por servicio con Pull Requests, Branch Protection y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Git Bash y compruebo la versión instalada y la identidad global configurada. (Captura recreada; reemplazar por captura real tras ejecutar scripts/setup-evidencia.sh).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init crea el repositorio local. Con git remote add registro el alias github y con git remote -v confirmo las URL de fetch y push. (Captura recreada; reemplazar por captura real tras ejecutar scripts/setup-evidencia.sh).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push necesita un commit, por eso creo un README con el Commit inicial y ejecuto git push github master. (Captura recreada; reemplazar por captura real tras ejecutar scripts/setup-evidencia.sh).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Creo kotlin.txt con mis datos, hago add, commit con el mensaje Añadido datos. y push a origin master. Con git log compruebo el resultado. (Captura recreada; reemplazar por captura real tras ejecutar scripts/setup-evidencia.sh).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Entro a GitHub y abro Programa-Git: en la raíz aparece kotlin.txt con el mensaje Añadido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abrir kotlin.txt veo mis dos líneas; en commits aparecen Añadido datos. y Commit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problemas frecuentes. 1) master vs main: se entrega con master por la guía y se documenta git branch -M main. 2) GitHub retiró la contraseña de cuenta para Git sobre HTTPS en 2021: se usa un Personal Access Token. 3) Remotos duplicados: unificar con git remote rename github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equipo se usan Conventional Commits, ramas feature con Pull Request y Branch Protection en main para exigir revisión y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Commits da historial legible, changelogs automáticos y versionado semántico: feat sube MINOR, fix sube PATCH y el signo ! indica cambio incompatible (MAJOR). Ejemplos aplicados a los microservicios de Eagle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Git instalado y configurado, repositorio conectado y sincronizado, flujo comprendido y prácticas profesionales como siguiente paso para Eagle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 Git, documentación oficial de Git y GitHub, Conventional Commits, Atlassian y SemVer.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 por su atención. Quedo atento a sus observaciones.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Box · GA7-220501096-AA1-EV05 · Jaime Andrés Bejarano Pautt · Ficha 3336142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-scm.com/book/es/v2" TargetMode="External"/><Relationship Id="rId2" Type="http://schemas.openxmlformats.org/officeDocument/2006/relationships/hyperlink" Target="https://git-scm.com/docs" TargetMode="External"/><Relationship Id="rId3" Type="http://schemas.openxmlformats.org/officeDocument/2006/relationships/hyperlink" Target="https://docs.github.com/" TargetMode="External"/><Relationship Id="rId4" Type="http://schemas.openxmlformats.org/officeDocument/2006/relationships/hyperlink" Target="https://www.conventionalcommits.org/es/v1.0.0/" TargetMode="External"/><Relationship Id="rId5" Type="http://schemas.openxmlformats.org/officeDocument/2006/relationships/hyperlink" Target="https://www.atlassian.com/git/tutorials" TargetMode="External"/><Relationship Id="rId6" Type="http://schemas.openxmlformats.org/officeDocument/2006/relationships/hyperlink" Target="https://semver.org/lang/es/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GA7-220501096-AA1-EV05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Versionamiento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6C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versionamiento (GIT) instalada y configurada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Integrador: Eagle Box – Plataforma de Logística de Última Milla</a:t>
            </a:r>
            <a:endParaRPr lang="en-US" sz="1800" dirty="0"/>
          </a:p>
        </p:txBody>
      </p:sp>
      <p:sp>
        <p:nvSpPr>
          <p:cNvPr id="6" name="tarjeta-aprendiz"/>
          <p:cNvSpPr/>
          <p:nvPr/>
        </p:nvSpPr>
        <p:spPr>
          <a:xfrm>
            <a:off x="640080" y="452628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617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APRENDIZ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Andrés Bejarano Pautt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3336142  ·  ADSO (Análisis y Desarrollo de Software)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Antonio Hernández Estrada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· CONTENIDO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presentación</a:t>
            </a:r>
            <a:endParaRPr lang="en-US" sz="3200" dirty="0"/>
          </a:p>
        </p:txBody>
      </p:sp>
      <p:sp>
        <p:nvSpPr>
          <p:cNvPr id="4" name="agenda-01"/>
          <p:cNvSpPr/>
          <p:nvPr/>
        </p:nvSpPr>
        <p:spPr>
          <a:xfrm>
            <a:off x="548640" y="16002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2000" dirty="0"/>
          </a:p>
        </p:txBody>
      </p:sp>
      <p:sp>
        <p:nvSpPr>
          <p:cNvPr id="7" name="agenda-02"/>
          <p:cNvSpPr/>
          <p:nvPr/>
        </p:nvSpPr>
        <p:spPr>
          <a:xfrm>
            <a:off x="6172200" y="16002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de Git</a:t>
            </a:r>
            <a:endParaRPr lang="en-US" sz="2000" dirty="0"/>
          </a:p>
        </p:txBody>
      </p:sp>
      <p:sp>
        <p:nvSpPr>
          <p:cNvPr id="10" name="agenda-03"/>
          <p:cNvSpPr/>
          <p:nvPr/>
        </p:nvSpPr>
        <p:spPr>
          <a:xfrm>
            <a:off x="548640" y="26974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80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Eagle Box + Git</a:t>
            </a:r>
            <a:endParaRPr lang="en-US" sz="2000" dirty="0"/>
          </a:p>
        </p:txBody>
      </p:sp>
      <p:sp>
        <p:nvSpPr>
          <p:cNvPr id="13" name="agenda-04"/>
          <p:cNvSpPr/>
          <p:nvPr/>
        </p:nvSpPr>
        <p:spPr>
          <a:xfrm>
            <a:off x="6172200" y="26974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880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Instalación, init y remoto</a:t>
            </a:r>
            <a:endParaRPr lang="en-US" sz="2000" dirty="0"/>
          </a:p>
        </p:txBody>
      </p:sp>
      <p:sp>
        <p:nvSpPr>
          <p:cNvPr id="16" name="agenda-05"/>
          <p:cNvSpPr/>
          <p:nvPr/>
        </p:nvSpPr>
        <p:spPr>
          <a:xfrm>
            <a:off x="548640" y="37947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archivo y commit</a:t>
            </a:r>
            <a:endParaRPr lang="en-US" sz="2000" dirty="0"/>
          </a:p>
        </p:txBody>
      </p:sp>
      <p:sp>
        <p:nvSpPr>
          <p:cNvPr id="19" name="agenda-06"/>
          <p:cNvSpPr/>
          <p:nvPr/>
        </p:nvSpPr>
        <p:spPr>
          <a:xfrm>
            <a:off x="6172200" y="37947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GitHub</a:t>
            </a:r>
            <a:endParaRPr lang="en-US" sz="2000" dirty="0"/>
          </a:p>
        </p:txBody>
      </p:sp>
      <p:sp>
        <p:nvSpPr>
          <p:cNvPr id="22" name="agenda-07"/>
          <p:cNvSpPr/>
          <p:nvPr/>
        </p:nvSpPr>
        <p:spPr>
          <a:xfrm>
            <a:off x="548640" y="48920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074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y buenas prácticas</a:t>
            </a:r>
            <a:endParaRPr lang="en-US" sz="2000" dirty="0"/>
          </a:p>
        </p:txBody>
      </p:sp>
      <p:sp>
        <p:nvSpPr>
          <p:cNvPr id="25" name="agenda-08"/>
          <p:cNvSpPr/>
          <p:nvPr/>
        </p:nvSpPr>
        <p:spPr>
          <a:xfrm>
            <a:off x="6172200" y="48920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074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y bibliografía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· INTRODUCCIÓN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versionar Eagle 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Box coordina pedidos, rutas, rastreo GPS y notificaciones entre clientes, repartidores y operadores. Es un sistema con varios módulos y varias personas programando al mismo tiempo: sin control de versiones, un cambio puede pisar el de otro compañero y no habría forma de volver atrás.</a:t>
            </a:r>
            <a:endParaRPr lang="en-US" sz="1800" dirty="0"/>
          </a:p>
        </p:txBody>
      </p:sp>
      <p:sp>
        <p:nvSpPr>
          <p:cNvPr id="5" name="intro-0"/>
          <p:cNvSpPr/>
          <p:nvPr/>
        </p:nvSpPr>
        <p:spPr>
          <a:xfrm>
            <a:off x="548640" y="30175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6" name="icono-0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desarrolladores, un mismo código y riesgo de perder o sobrescribir cambios.</a:t>
            </a:r>
            <a:endParaRPr lang="en-US" sz="1600" dirty="0"/>
          </a:p>
        </p:txBody>
      </p:sp>
      <p:sp>
        <p:nvSpPr>
          <p:cNvPr id="10" name="intro-1"/>
          <p:cNvSpPr/>
          <p:nvPr/>
        </p:nvSpPr>
        <p:spPr>
          <a:xfrm>
            <a:off x="4297680" y="30175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1" name="icono-1"/>
          <p:cNvSpPr/>
          <p:nvPr/>
        </p:nvSpPr>
        <p:spPr>
          <a:xfrm>
            <a:off x="4572000" y="329184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guarda cada cambio como una instantánea con autor, fecha y mensaje; GitHub lo comparte en la nube.</a:t>
            </a:r>
            <a:endParaRPr lang="en-US" sz="1600" dirty="0"/>
          </a:p>
        </p:txBody>
      </p:sp>
      <p:sp>
        <p:nvSpPr>
          <p:cNvPr id="15" name="intro-2"/>
          <p:cNvSpPr/>
          <p:nvPr/>
        </p:nvSpPr>
        <p:spPr>
          <a:xfrm>
            <a:off x="8046720" y="30175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6" name="icono-2"/>
          <p:cNvSpPr/>
          <p:nvPr/>
        </p:nvSpPr>
        <p:spPr>
          <a:xfrm>
            <a:off x="8321040" y="3291840"/>
            <a:ext cx="548640" cy="548640"/>
          </a:xfrm>
          <a:prstGeom prst="ellipse">
            <a:avLst/>
          </a:prstGeom>
          <a:solidFill>
            <a:srgbClr val="39FF88">
              <a:alpha val="20000"/>
            </a:srgbClr>
          </a:solidFill>
          <a:ln w="19050">
            <a:solidFill>
              <a:srgbClr val="39FF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evidencia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instalado y configurado, repositorio local conectado a GitHub y sincronizado con push.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· ALCANCE DE LA EVIDENCIA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trabajo: de la instalación al push</a:t>
            </a:r>
            <a:endParaRPr lang="en-US" sz="3200" dirty="0"/>
          </a:p>
        </p:txBody>
      </p:sp>
      <p:sp>
        <p:nvSpPr>
          <p:cNvPr id="4" name="ruta-0"/>
          <p:cNvSpPr/>
          <p:nvPr/>
        </p:nvSpPr>
        <p:spPr>
          <a:xfrm>
            <a:off x="548640" y="201168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5" name="nodo-0"/>
          <p:cNvSpPr/>
          <p:nvPr/>
        </p:nvSpPr>
        <p:spPr>
          <a:xfrm>
            <a:off x="1188720" y="2286000"/>
            <a:ext cx="731520" cy="731520"/>
          </a:xfrm>
          <a:prstGeom prst="ellipse">
            <a:avLst/>
          </a:prstGeom>
          <a:solidFill>
            <a:srgbClr val="2563EB">
              <a:alpha val="7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/ email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ruta-1"/>
          <p:cNvSpPr/>
          <p:nvPr/>
        </p:nvSpPr>
        <p:spPr>
          <a:xfrm>
            <a:off x="2788920" y="201168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1" name="nodo-1"/>
          <p:cNvSpPr/>
          <p:nvPr/>
        </p:nvSpPr>
        <p:spPr>
          <a:xfrm>
            <a:off x="3429000" y="2286000"/>
            <a:ext cx="731520" cy="731520"/>
          </a:xfrm>
          <a:prstGeom prst="ellipse">
            <a:avLst/>
          </a:prstGeom>
          <a:solidFill>
            <a:srgbClr val="2563EB">
              <a:alpha val="7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749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add github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ruta-2"/>
          <p:cNvSpPr/>
          <p:nvPr/>
        </p:nvSpPr>
        <p:spPr>
          <a:xfrm>
            <a:off x="5029200" y="201168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7" name="nodo-2"/>
          <p:cNvSpPr/>
          <p:nvPr/>
        </p:nvSpPr>
        <p:spPr>
          <a:xfrm>
            <a:off x="5669280" y="2286000"/>
            <a:ext cx="731520" cy="731520"/>
          </a:xfrm>
          <a:prstGeom prst="ellipse">
            <a:avLst/>
          </a:prstGeom>
          <a:solidFill>
            <a:srgbClr val="2563EB">
              <a:alpha val="7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749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inicial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github master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ruta-3"/>
          <p:cNvSpPr/>
          <p:nvPr/>
        </p:nvSpPr>
        <p:spPr>
          <a:xfrm>
            <a:off x="7269480" y="201168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3" name="nodo-3"/>
          <p:cNvSpPr/>
          <p:nvPr/>
        </p:nvSpPr>
        <p:spPr>
          <a:xfrm>
            <a:off x="7909560" y="2286000"/>
            <a:ext cx="731520" cy="731520"/>
          </a:xfrm>
          <a:prstGeom prst="ellipse">
            <a:avLst/>
          </a:prstGeom>
          <a:solidFill>
            <a:srgbClr val="2563EB">
              <a:alpha val="7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749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kotlin.txt · add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push origin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8" name="ruta-4"/>
          <p:cNvSpPr/>
          <p:nvPr/>
        </p:nvSpPr>
        <p:spPr>
          <a:xfrm>
            <a:off x="9509760" y="201168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9" name="nodo-4"/>
          <p:cNvSpPr/>
          <p:nvPr/>
        </p:nvSpPr>
        <p:spPr>
          <a:xfrm>
            <a:off x="10149840" y="2286000"/>
            <a:ext cx="731520" cy="731520"/>
          </a:xfrm>
          <a:prstGeom prst="ellipse">
            <a:avLst/>
          </a:prstGeom>
          <a:solidFill>
            <a:srgbClr val="2563EB">
              <a:alpha val="7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98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7490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archivo 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 de commits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se muestra con su captura de terminal y la explicación técnica correspondiente.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· FLUJO DE GIT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local vs. entorno remoto</a:t>
            </a:r>
            <a:endParaRPr lang="en-US" sz="3200" dirty="0"/>
          </a:p>
        </p:txBody>
      </p:sp>
      <p:pic>
        <p:nvPicPr>
          <p:cNvPr id="4" name="diagrama-flujo-git" descr="diagrama-flujo-g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46" y="1417320"/>
            <a:ext cx="10798629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prepara  ·  </a:t>
            </a:r>
            <a:pPr algn="ctr" indent="0" marL="0">
              <a:buNone/>
            </a:pPr>
            <a:r>
              <a:rPr lang="en-US" sz="1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guarda en local  ·  </a:t>
            </a:r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sube a GitHub  ·  </a:t>
            </a:r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baja y fusiona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· 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 Box vinculada al control de versiones</a:t>
            </a:r>
            <a:endParaRPr lang="en-US" sz="3200" dirty="0"/>
          </a:p>
        </p:txBody>
      </p:sp>
      <p:pic>
        <p:nvPicPr>
          <p:cNvPr id="4" name="diagrama-arquitectura" descr="diagrama-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647"/>
            <a:ext cx="7863840" cy="4160225"/>
          </a:xfrm>
          <a:prstGeom prst="rect">
            <a:avLst/>
          </a:prstGeom>
        </p:spPr>
      </p:pic>
      <p:sp>
        <p:nvSpPr>
          <p:cNvPr id="5" name="panel-arq"/>
          <p:cNvSpPr/>
          <p:nvPr/>
        </p:nvSpPr>
        <p:spPr>
          <a:xfrm>
            <a:off x="8641080" y="1463040"/>
            <a:ext cx="3017520" cy="4663440"/>
          </a:xfrm>
          <a:prstGeom prst="roundRect">
            <a:avLst>
              <a:gd name="adj" fmla="val 3636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1645920"/>
            <a:ext cx="2606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 por servicio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y equipos independientes.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→ revisión → main.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+ checks verdes antes de fusionar.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build, test y despliegue.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· PASO 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la instalación y configuración</a:t>
            </a:r>
            <a:endParaRPr lang="en-US" sz="3200" dirty="0"/>
          </a:p>
        </p:txBody>
      </p:sp>
      <p:pic>
        <p:nvPicPr>
          <p:cNvPr id="4" name="captura-01-paso0-verificacion" descr="captura-01-paso0-verifica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8947"/>
            <a:ext cx="7406640" cy="33487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Git Bash (MINGW64) · Verificación de la instalación y configuración</a:t>
            </a:r>
            <a:endParaRPr lang="en-US" sz="1100" dirty="0"/>
          </a:p>
        </p:txBody>
      </p:sp>
      <p:sp>
        <p:nvSpPr>
          <p:cNvPr id="6" name="panel-0"/>
          <p:cNvSpPr/>
          <p:nvPr/>
        </p:nvSpPr>
        <p:spPr>
          <a:xfrm>
            <a:off x="8229600" y="141732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28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DEMUESTRA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401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2.51 instalado en Windows (Git Bash).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global configurada: nombre y correo del aprendiz.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quedará firmado con estos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· PASO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Inicialización y conexión remota</a:t>
            </a:r>
            <a:endParaRPr lang="en-US" sz="3200" dirty="0"/>
          </a:p>
        </p:txBody>
      </p:sp>
      <p:pic>
        <p:nvPicPr>
          <p:cNvPr id="4" name="captura-02-paso1-init-remote" descr="captura-02-paso1-init-rem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519" y="1417320"/>
            <a:ext cx="715088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2. Git Bash (MINGW64) · Inicialización y conexión remota</a:t>
            </a:r>
            <a:endParaRPr lang="en-US" sz="1100" dirty="0"/>
          </a:p>
        </p:txBody>
      </p:sp>
      <p:sp>
        <p:nvSpPr>
          <p:cNvPr id="6" name="panel-1"/>
          <p:cNvSpPr/>
          <p:nvPr/>
        </p:nvSpPr>
        <p:spPr>
          <a:xfrm>
            <a:off x="8229600" y="141732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28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github &lt;url&gt;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DEMUESTRA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401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crea .git: el repositorio local.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alias «github» apunta al servidor en la nube.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-v confirma las URLs de fetch y push.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· PASO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inicial con GitHub</a:t>
            </a:r>
            <a:endParaRPr lang="en-US" sz="3200" dirty="0"/>
          </a:p>
        </p:txBody>
      </p:sp>
      <p:pic>
        <p:nvPicPr>
          <p:cNvPr id="4" name="captura-03-paso2-push-inicial" descr="captura-03-paso2-push-in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37" y="1417320"/>
            <a:ext cx="7033846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3. Git Bash (MINGW64) · Sincronización inicial con GitHub</a:t>
            </a:r>
            <a:endParaRPr lang="en-US" sz="1100" dirty="0"/>
          </a:p>
        </p:txBody>
      </p:sp>
      <p:sp>
        <p:nvSpPr>
          <p:cNvPr id="6" name="panel-2"/>
          <p:cNvSpPr/>
          <p:nvPr/>
        </p:nvSpPr>
        <p:spPr>
          <a:xfrm>
            <a:off x="8229600" y="141732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28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"Commit inicial"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github master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DEMUESTRA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401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push requiere al menos un commit.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crea la rama remota master → master.</a:t>
            </a:r>
            <a:endParaRPr lang="en-US" sz="1400" dirty="0"/>
          </a:p>
        </p:txBody>
      </p:sp>
      <p:sp>
        <p:nvSpPr>
          <p:cNvPr id="11" name="callout-main"/>
          <p:cNvSpPr/>
          <p:nvPr/>
        </p:nvSpPr>
        <p:spPr>
          <a:xfrm>
            <a:off x="8412480" y="4709160"/>
            <a:ext cx="3063240" cy="1188720"/>
          </a:xfrm>
          <a:prstGeom prst="roundRect">
            <a:avLst>
              <a:gd name="adj" fmla="val 7692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4754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técnica: master → 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Industria: main como rama estándar.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github main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· PASO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Archivo, commit y push final</a:t>
            </a:r>
            <a:endParaRPr lang="en-US" sz="3200" dirty="0"/>
          </a:p>
        </p:txBody>
      </p:sp>
      <p:pic>
        <p:nvPicPr>
          <p:cNvPr id="4" name="captura-04-paso3-commit-push" descr="captura-04-paso3-commit-pu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517" y="1417320"/>
            <a:ext cx="4922887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4. Git Bash (MINGW64) · Archivo, commit y push final</a:t>
            </a:r>
            <a:endParaRPr lang="en-US" sz="1100" dirty="0"/>
          </a:p>
        </p:txBody>
      </p:sp>
      <p:sp>
        <p:nvSpPr>
          <p:cNvPr id="6" name="panel-3"/>
          <p:cNvSpPr/>
          <p:nvPr/>
        </p:nvSpPr>
        <p:spPr>
          <a:xfrm>
            <a:off x="8229600" y="141732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28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… &gt; kotlin.txt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"Añadido datos."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master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DEMUESTRA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401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crea y &gt;&gt; añade líneas al archivo.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commit → push: de local a GitHub.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confirma origin/master = a3f9c21.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· VERIFICACIÓN EN GITHUB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«Programa-Git»: raíz de archivos</a:t>
            </a:r>
            <a:endParaRPr lang="en-US" sz="3200" dirty="0"/>
          </a:p>
        </p:txBody>
      </p:sp>
      <p:pic>
        <p:nvPicPr>
          <p:cNvPr id="4" name="captura-github-repo" descr="captura-github-re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9077"/>
            <a:ext cx="7406640" cy="38884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 Vista del repositorio en GitHub</a:t>
            </a:r>
            <a:endParaRPr lang="en-US" sz="1100" dirty="0"/>
          </a:p>
        </p:txBody>
      </p:sp>
      <p:sp>
        <p:nvSpPr>
          <p:cNvPr id="6" name="panel-gh"/>
          <p:cNvSpPr/>
          <p:nvPr/>
        </p:nvSpPr>
        <p:spPr>
          <a:xfrm>
            <a:off x="8229600" y="141732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OBSERVA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745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con kotlin.txt y README.md.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commit: «Añadido datos.» (a3f9c21).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master, 2 commits en total.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de jaime-bejarano.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y remoto quedaron sincronizados.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· VERIFICACIÓN EN GITHUB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kotlin.txt e historial de commits</a:t>
            </a:r>
            <a:endParaRPr lang="en-US" sz="3200" dirty="0"/>
          </a:p>
        </p:txBody>
      </p:sp>
      <p:pic>
        <p:nvPicPr>
          <p:cNvPr id="4" name="captura-kotlin-txt" descr="captura-kotlin-t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7010"/>
            <a:ext cx="5486400" cy="3686861"/>
          </a:xfrm>
          <a:prstGeom prst="rect">
            <a:avLst/>
          </a:prstGeom>
        </p:spPr>
      </p:pic>
      <p:pic>
        <p:nvPicPr>
          <p:cNvPr id="5" name="captura-commits" descr="captura-commi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09190"/>
            <a:ext cx="5486400" cy="262249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6. kotlin.txt (2 líneas)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7. Historial: «Añadido datos.» y «Commit inicial»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· TROUBLESHOOTING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errores comunes</a:t>
            </a:r>
            <a:endParaRPr lang="en-US" sz="3200" dirty="0"/>
          </a:p>
        </p:txBody>
      </p:sp>
      <p:sp>
        <p:nvSpPr>
          <p:cNvPr id="4" name="ts-1"/>
          <p:cNvSpPr/>
          <p:nvPr/>
        </p:nvSpPr>
        <p:spPr>
          <a:xfrm>
            <a:off x="548640" y="1463040"/>
            <a:ext cx="11064240" cy="1481328"/>
          </a:xfrm>
          <a:prstGeom prst="roundRect">
            <a:avLst>
              <a:gd name="adj" fmla="val 7407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5" name="ts-num-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00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«master» vs «main»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57276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crea «master» por defecto; GitHub y la industria usan «main».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se cumple con master y se documenta la migración: no se rompe nada.</a:t>
            </a:r>
            <a:endParaRPr lang="en-US" sz="1400" dirty="0"/>
          </a:p>
        </p:txBody>
      </p:sp>
      <p:sp>
        <p:nvSpPr>
          <p:cNvPr id="9" name="ts-code-1"/>
          <p:cNvSpPr/>
          <p:nvPr/>
        </p:nvSpPr>
        <p:spPr>
          <a:xfrm>
            <a:off x="8092440" y="161848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060B14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645920"/>
            <a:ext cx="3246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init.defaultBranch main</a:t>
            </a:r>
            <a:endParaRPr lang="en-US" sz="1000" dirty="0"/>
          </a:p>
        </p:txBody>
      </p:sp>
      <p:sp>
        <p:nvSpPr>
          <p:cNvPr id="11" name="ts-2"/>
          <p:cNvSpPr/>
          <p:nvPr/>
        </p:nvSpPr>
        <p:spPr>
          <a:xfrm>
            <a:off x="548640" y="3090672"/>
            <a:ext cx="11064240" cy="1481328"/>
          </a:xfrm>
          <a:prstGeom prst="roundRect">
            <a:avLst>
              <a:gd name="adj" fmla="val 7407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2" name="ts-num-2"/>
          <p:cNvSpPr/>
          <p:nvPr/>
        </p:nvSpPr>
        <p:spPr>
          <a:xfrm>
            <a:off x="777240" y="3547872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2278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HTTPS en GitHub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00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2021 GitHub ya no acepta la contraseña de la cuenta en Git.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Personal Access Token (PAT): Settings › Developer settings › Tokens, permiso Contents.</a:t>
            </a:r>
            <a:endParaRPr lang="en-US" sz="1400" dirty="0"/>
          </a:p>
        </p:txBody>
      </p:sp>
      <p:sp>
        <p:nvSpPr>
          <p:cNvPr id="16" name="ts-code-2"/>
          <p:cNvSpPr/>
          <p:nvPr/>
        </p:nvSpPr>
        <p:spPr>
          <a:xfrm>
            <a:off x="8092440" y="324612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060B14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3273552"/>
            <a:ext cx="3246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jaime-bejarano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&lt;PAT ghp_…&gt;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Credential Manager lo guarda</a:t>
            </a:r>
            <a:endParaRPr lang="en-US" sz="1000" dirty="0"/>
          </a:p>
        </p:txBody>
      </p:sp>
      <p:sp>
        <p:nvSpPr>
          <p:cNvPr id="18" name="ts-3"/>
          <p:cNvSpPr/>
          <p:nvPr/>
        </p:nvSpPr>
        <p:spPr>
          <a:xfrm>
            <a:off x="548640" y="4718304"/>
            <a:ext cx="11064240" cy="1481328"/>
          </a:xfrm>
          <a:prstGeom prst="roundRect">
            <a:avLst>
              <a:gd name="adj" fmla="val 7407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9" name="ts-num-3"/>
          <p:cNvSpPr/>
          <p:nvPr/>
        </p:nvSpPr>
        <p:spPr>
          <a:xfrm>
            <a:off x="777240" y="5175504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85546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Remotos duplicados: github vs origin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82803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«remote origin already exists» o dos alias a la misma URL.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unifica con un solo remoto estándar: origin.</a:t>
            </a:r>
            <a:endParaRPr lang="en-US" sz="1400" dirty="0"/>
          </a:p>
        </p:txBody>
      </p:sp>
      <p:sp>
        <p:nvSpPr>
          <p:cNvPr id="23" name="ts-code-3"/>
          <p:cNvSpPr/>
          <p:nvPr/>
        </p:nvSpPr>
        <p:spPr>
          <a:xfrm>
            <a:off x="8092440" y="4873752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060B14"/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4901184"/>
            <a:ext cx="3246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rename github origin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set-url origin &lt;url&gt;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· BUENAS PRÁCTICAS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flujo académico al profesional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5577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Flujo académico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Práctica profesional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Mensajes de commit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libre: «Añadido datos.»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9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Commits: docs(config): add author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 directo sobre master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9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Ramas cortas feature/*, fix/* y rama 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 directo al remoto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9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 con revisión de código (code review)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9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Protection: revisión obligatoria, checks en verde, sin force-push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9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con GitHub Actions + hooks (commitlint, linters, pruebas)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Conventional Commit:  docs(config): add author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· CONVENTIONAL COMMITS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profesionales aplicados a Eagle 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&lt;tipo&gt;</a:t>
            </a:r>
            <a:pPr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(&lt;alcance&gt;)</a:t>
            </a:r>
            <a:pPr indent="0" marL="0">
              <a:buNone/>
            </a:pPr>
            <a:r>
              <a:rPr lang="en-US" sz="20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&lt;descripción en imperativo&gt;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57784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Microservicio / efecto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feat(auth): add login endpoint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auth-service · versión 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feat(orders): add delivery status endpoint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orders-service · versión 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fix(tracking): handle null GPS coordinates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tracking-service · versión PATCH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docs(config): add author info in kotlin.txt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 evidencia · sin versión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refactor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refactor(routing): extract distance matrix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routing-service · sin cambio funcional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ci(notify): add GitHub Actions build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notify-service · pipeline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5F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feat!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FF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feat(api)!: replace v1 order payload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CHANGE · versión MAJOR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evidencia el mensaje fue «Añadido datos.» (según la guía); en equipo sería  docs(config): add author info in kotlin.txt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· CONCLUSIÓN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concl-0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00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quedó instalado y configurado (versión, user.name y user.email) y se verificó desde Git Bash.</a:t>
            </a:r>
            <a:endParaRPr lang="en-US" sz="1700" dirty="0"/>
          </a:p>
        </p:txBody>
      </p:sp>
      <p:sp>
        <p:nvSpPr>
          <p:cNvPr id="7" name="concl-1"/>
          <p:cNvSpPr/>
          <p:nvPr/>
        </p:nvSpPr>
        <p:spPr>
          <a:xfrm>
            <a:off x="548640" y="2679192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620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7063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inicializó un repositorio local, se vinculó con GitHub y se sincronizó el trabajo con git push, evidenciado en el historial de commits.</a:t>
            </a:r>
            <a:endParaRPr lang="en-US" sz="1700" dirty="0"/>
          </a:p>
        </p:txBody>
      </p:sp>
      <p:sp>
        <p:nvSpPr>
          <p:cNvPr id="10" name="concl-2"/>
          <p:cNvSpPr/>
          <p:nvPr/>
        </p:nvSpPr>
        <p:spPr>
          <a:xfrm>
            <a:off x="548640" y="3849624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325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94106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comprendió el flujo Working Directory → Staging → Repositorio local → Remoto y su papel en el trabajo colaborativo de Eagle Box.</a:t>
            </a:r>
            <a:endParaRPr lang="en-US" sz="1700" dirty="0"/>
          </a:p>
        </p:txBody>
      </p:sp>
      <p:sp>
        <p:nvSpPr>
          <p:cNvPr id="13" name="concl-3"/>
          <p:cNvSpPr/>
          <p:nvPr/>
        </p:nvSpPr>
        <p:spPr>
          <a:xfrm>
            <a:off x="548640" y="5020056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2029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511149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prácticas profesionales (Conventional Commits, Pull Requests, Branch Protection y rama main) son el siguiente paso natural del proyecto.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· REFERENCIAS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3200" dirty="0"/>
          </a:p>
        </p:txBody>
      </p:sp>
      <p:sp>
        <p:nvSpPr>
          <p:cNvPr id="4" name="panel-bib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2308"/>
            </a:avLst>
          </a:prstGeom>
          <a:solidFill>
            <a:srgbClr val="0F1829">
              <a:alpha val="92000"/>
            </a:srgbClr>
          </a:solidFill>
          <a:ln w="12700">
            <a:solidFill>
              <a:srgbClr val="1F2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Chacon, S. y Straub, B. (2014). Pro Git (2.ª ed.). Apress. Edición en español.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https://git-scm.com/book/es/v2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SCM. (s. f.). Git Reference Manual.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https://git-scm.com/docs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Docs. (s. f.). About protected branches y About pull requests.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Commits. (2023). Conventional Commits 1.0.0 (es).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https://www.conventionalcommits.org/es/v1.0.0/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Atlassian. (s. f.). Git tutorials.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https://www.atlassian.com/git/tutorials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Preston-Werner, T. (s. f.). Semantic Versioning 2.0.0. </a:t>
            </a:r>
            <a:pPr indent="0" marL="0">
              <a:spcAft>
                <a:spcPts val="1400"/>
              </a:spcAft>
              <a:buNone/>
            </a:pPr>
            <a:r>
              <a:rPr lang="en-US" sz="17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https://semver.org/lang/es/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SENA. (2022). GA7-220501096-AA1-EV05: Herramientas de versionamiento (GIT) instalada y configurada. Programa ADSO.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2D3E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Box · Versionamiento con GIT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Andrés Bejarano Pautt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3336142 · ADSO – SENA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Juan Antonio Hernández Estrada · Octubre 2026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github.com/jaime-bejarano/Programa-Git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gleBoxFuturist">
  <a:themeElements>
    <a:clrScheme name="EagleBoxFuturist">
      <a:dk1>
        <a:srgbClr val="050A16"/>
      </a:dk1>
      <a:lt1>
        <a:srgbClr val="E6EDF7"/>
      </a:lt1>
      <a:dk2>
        <a:srgbClr val="0F1829"/>
      </a:dk2>
      <a:lt2>
        <a:srgbClr val="8A9BB8"/>
      </a:lt2>
      <a:accent1>
        <a:srgbClr val="22D3EE"/>
      </a:accent1>
      <a:accent2>
        <a:srgbClr val="39FF88"/>
      </a:accent2>
      <a:accent3>
        <a:srgbClr val="2563EB"/>
      </a:accent3>
      <a:accent4>
        <a:srgbClr val="FBBF24"/>
      </a:accent4>
      <a:accent5>
        <a:srgbClr val="A78BFA"/>
      </a:accent5>
      <a:accent6>
        <a:srgbClr val="FF5F6D"/>
      </a:accent6>
      <a:hlink>
        <a:srgbClr val="22D3EE"/>
      </a:hlink>
      <a:folHlink>
        <a:srgbClr val="A78BFA"/>
      </a:folHlink>
    </a:clrScheme>
    <a:fontScheme name="EagleBoxFuturi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SENA - ADSO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Evidencia GA7-220501096-AA1-EV05 · Versionamiento con GIT · Eagle Box</dc:title>
  <dc:subject>PptxGenJS Presentation</dc:subject>
  <dc:creator>Jaime Andrés Bejarano Pautt</dc:creator>
  <cp:lastModifiedBy>Jaime Andrés Bejarano Pautt</cp:lastModifiedBy>
  <cp:revision>1</cp:revision>
  <dcterms:created xsi:type="dcterms:W3CDTF">2026-10-18T22:18:20Z</dcterms:created>
  <dcterms:modified xsi:type="dcterms:W3CDTF">2026-10-18T22:18:20Z</dcterms:modified>
</cp:coreProperties>
</file>